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Merriweath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22" Type="http://schemas.openxmlformats.org/officeDocument/2006/relationships/font" Target="fonts/Merriweather-bold.fntdata"/><Relationship Id="rId10" Type="http://schemas.openxmlformats.org/officeDocument/2006/relationships/slide" Target="slides/slide5.xml"/><Relationship Id="rId21" Type="http://schemas.openxmlformats.org/officeDocument/2006/relationships/font" Target="fonts/Merriweather-regular.fntdata"/><Relationship Id="rId13" Type="http://schemas.openxmlformats.org/officeDocument/2006/relationships/slide" Target="slides/slide8.xml"/><Relationship Id="rId24" Type="http://schemas.openxmlformats.org/officeDocument/2006/relationships/font" Target="fonts/Merriweather-boldItalic.fntdata"/><Relationship Id="rId12" Type="http://schemas.openxmlformats.org/officeDocument/2006/relationships/slide" Target="slides/slide7.xml"/><Relationship Id="rId23" Type="http://schemas.openxmlformats.org/officeDocument/2006/relationships/font" Target="fonts/Merriweath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da3610fd9_0_1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da3610fd9_0_1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da3610fd9_0_1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da3610fd9_0_1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da3610fd9_0_1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da3610fd9_0_1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da3610fd9_0_1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da3610fd9_0_1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da3610fd9_0_1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da3610fd9_0_1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da3610fd9_0_1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da3610fd9_0_1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da3610fd9_0_1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da3610fd9_0_1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da3610fd9_0_1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da3610fd9_0_1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da3610fd9_0_1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da3610fd9_0_1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da3610fd9_0_1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da3610fd9_0_1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da3610fd9_0_1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da3610fd9_0_1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7g5p1F49QcPvySsvhhYa0A95vBR0nw0d/view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WeOD:</a:t>
            </a:r>
            <a:endParaRPr sz="5000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605175"/>
            <a:ext cx="64227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DASH-based VOD research tool for codec and frame rate performance analysis with automatic data collection </a:t>
            </a:r>
            <a:endParaRPr sz="1800"/>
          </a:p>
        </p:txBody>
      </p:sp>
      <p:sp>
        <p:nvSpPr>
          <p:cNvPr id="66" name="Google Shape;66;p13"/>
          <p:cNvSpPr txBox="1"/>
          <p:nvPr/>
        </p:nvSpPr>
        <p:spPr>
          <a:xfrm>
            <a:off x="5337000" y="4072500"/>
            <a:ext cx="28857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Presenter: Cedar Huang</a:t>
            </a:r>
            <a:endParaRPr sz="13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5/6/2026</a:t>
            </a:r>
            <a:endParaRPr sz="13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534300" y="1398075"/>
            <a:ext cx="82980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Video streaming and VOD systems are widely used across diverse network and hardware environments, while modern codecs provide different trade-offs between compression efficiency and system performance.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Our goal: Develop a lightweight DASH-based VOD experimental platform for comparing codec and FPS configurations with automatic performance data collection.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r>
              <a:rPr lang="en"/>
              <a:t> - why this structure?</a:t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435825" y="1500700"/>
            <a:ext cx="4233000" cy="31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Most modern VOD systems adopt a client-server architecture for scalable video delivery.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project uses HTTP-based MPEG-DASH streaming with dash.js, a widely used open-source DASH player for browser-based playback.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3900" y="1524624"/>
            <a:ext cx="2130925" cy="86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4107" y="2200050"/>
            <a:ext cx="2568218" cy="86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5900" y="3175842"/>
            <a:ext cx="2628450" cy="1193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- Structure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900" y="1471300"/>
            <a:ext cx="8839201" cy="33621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 software, how to use it?</a:t>
            </a:r>
            <a:endParaRPr/>
          </a:p>
        </p:txBody>
      </p:sp>
      <p:pic>
        <p:nvPicPr>
          <p:cNvPr id="93" name="Google Shape;93;p17" title="Screen Recording 2026-05-06 040954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238" y="1295550"/>
            <a:ext cx="7807525" cy="3674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 - dataset &amp; environment</a:t>
            </a:r>
            <a:endParaRPr/>
          </a:p>
        </p:txBody>
      </p:sp>
      <p:sp>
        <p:nvSpPr>
          <p:cNvPr id="99" name="Google Shape;99;p18"/>
          <p:cNvSpPr txBox="1"/>
          <p:nvPr/>
        </p:nvSpPr>
        <p:spPr>
          <a:xfrm>
            <a:off x="637075" y="1721200"/>
            <a:ext cx="7613400" cy="31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dataset includes selected videos from Pexels and several self-recorded gameplay screen captures, including natural scenes, street recordings, and dynamic gameplay footage with varying levels of visual changes.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Experiments are conducted in a local area network (LAN) environment using a laptop server and a mobile client for browser-based playback.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 data </a:t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963" y="1440150"/>
            <a:ext cx="7738076" cy="253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/>
        </p:nvSpPr>
        <p:spPr>
          <a:xfrm>
            <a:off x="1777200" y="4157975"/>
            <a:ext cx="50325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Our system automatically collects several performance metrics. Although the current evaluation is still preliminary, the collected data already shows some observable trends. 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</a:t>
            </a:r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900" y="1472225"/>
            <a:ext cx="5565700" cy="331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3972" y="1698525"/>
            <a:ext cx="2693854" cy="62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/>
        </p:nvSpPr>
        <p:spPr>
          <a:xfrm>
            <a:off x="6633925" y="3387875"/>
            <a:ext cx="20076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Vp9 has clear higher encode time.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Cache</a:t>
            </a:r>
            <a:endParaRPr/>
          </a:p>
        </p:txBody>
      </p:sp>
      <p:sp>
        <p:nvSpPr>
          <p:cNvPr id="120" name="Google Shape;120;p21"/>
          <p:cNvSpPr txBox="1"/>
          <p:nvPr/>
        </p:nvSpPr>
        <p:spPr>
          <a:xfrm>
            <a:off x="630100" y="1528450"/>
            <a:ext cx="7890900" cy="29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Although this project focuses on evaluating codec and FPS configurations, In practical VOD systems, pre-transcoding and caching are often essential for smooth playback experience.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While this project intentionally avoids complex caching strategies to reduce interference with codec evaluation, a simple reuse-based cache mechanism is implemented, which already reduces startup delay by more than 95% for previously processed videos (with a big 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tradeoff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of using more storage space)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26" name="Google Shape;126;p22"/>
          <p:cNvSpPr txBox="1"/>
          <p:nvPr/>
        </p:nvSpPr>
        <p:spPr>
          <a:xfrm>
            <a:off x="768850" y="1593200"/>
            <a:ext cx="6753300" cy="2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Expand the dataset with more videos and motion categories, like derf's collection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Analyze additional collected metrics such as buffer level and throughput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Investigate the impact of different network conditions and deployment environments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Explore more advanced caching and streaming optimization strategies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2245225" y="1285400"/>
            <a:ext cx="6756900" cy="16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6000"/>
              <a:t>Thank you!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